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44862"/>
            <a:ext cx="2418080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415" y="743741"/>
            <a:ext cx="7032420" cy="91815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2024-03-04T11:53:52Z</dcterms:created>
  <dcterms:modified xsi:type="dcterms:W3CDTF">2024-03-04T11:53:52Z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2024-03-04T00:00:00Z</vt:filetime>
  </property>
</Properties>
</file>